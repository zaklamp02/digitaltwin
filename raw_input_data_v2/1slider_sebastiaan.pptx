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134" y="-2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explosion val="2"/>
          <c:dPt>
            <c:idx val="0"/>
            <c:bubble3D val="0"/>
            <c:explosion val="0"/>
          </c:dPt>
          <c:dPt>
            <c:idx val="1"/>
            <c:bubble3D val="0"/>
            <c:explosion val="0"/>
          </c:dPt>
          <c:dPt>
            <c:idx val="2"/>
            <c:bubble3D val="0"/>
            <c:explosion val="0"/>
          </c:dPt>
          <c:dPt>
            <c:idx val="3"/>
            <c:bubble3D val="0"/>
            <c:explosion val="0"/>
          </c:dPt>
          <c:cat>
            <c:strRef>
              <c:f>Blad1!$A$2:$A$5</c:f>
              <c:strCache>
                <c:ptCount val="4"/>
                <c:pt idx="0">
                  <c:v>Absurdist</c:v>
                </c:pt>
                <c:pt idx="1">
                  <c:v>Socialist</c:v>
                </c:pt>
                <c:pt idx="2">
                  <c:v>Scientist</c:v>
                </c:pt>
                <c:pt idx="3">
                  <c:v>Adventurist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5</c:v>
                </c:pt>
                <c:pt idx="1">
                  <c:v>30</c:v>
                </c:pt>
                <c:pt idx="2">
                  <c:v>50</c:v>
                </c:pt>
                <c:pt idx="3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nl-NL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572553935231029"/>
          <c:y val="9.1894882050142582E-2"/>
          <c:w val="0.62854892129537943"/>
          <c:h val="0.80314584387742927"/>
        </c:manualLayout>
      </c:layout>
      <c:pie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dLbls>
            <c:delete val="1"/>
          </c:dLbls>
          <c:cat>
            <c:strRef>
              <c:f>Blad1!$A$2:$A$5</c:f>
              <c:strCache>
                <c:ptCount val="4"/>
                <c:pt idx="0">
                  <c:v>Absurdist</c:v>
                </c:pt>
                <c:pt idx="1">
                  <c:v>Socialist</c:v>
                </c:pt>
                <c:pt idx="2">
                  <c:v>Scientist</c:v>
                </c:pt>
                <c:pt idx="3">
                  <c:v>Adventurist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5</c:v>
                </c:pt>
                <c:pt idx="1">
                  <c:v>30</c:v>
                </c:pt>
                <c:pt idx="2">
                  <c:v>50</c:v>
                </c:pt>
                <c:pt idx="3">
                  <c:v>15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nl-NL"/>
    </a:p>
  </c:tx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0.31837</cdr:x>
      <cdr:y>0.61601</cdr:y>
    </cdr:from>
    <cdr:to>
      <cdr:x>0.50241</cdr:x>
      <cdr:y>0.85117</cdr:y>
    </cdr:to>
    <cdr:sp macro="" textlink="">
      <cdr:nvSpPr>
        <cdr:cNvPr id="2" name="Tekstvak 1"/>
        <cdr:cNvSpPr txBox="1"/>
      </cdr:nvSpPr>
      <cdr:spPr>
        <a:xfrm xmlns:a="http://schemas.openxmlformats.org/drawingml/2006/main">
          <a:off x="1581846" y="2395314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nl-NL" sz="1100" b="1" dirty="0" smtClean="0"/>
            <a:t>50% Specialist</a:t>
          </a:r>
          <a:endParaRPr lang="nl-NL" sz="1100" b="1" dirty="0"/>
        </a:p>
      </cdr:txBody>
    </cdr:sp>
  </cdr:relSizeAnchor>
  <cdr:relSizeAnchor xmlns:cdr="http://schemas.openxmlformats.org/drawingml/2006/chartDrawing">
    <cdr:from>
      <cdr:x>0.57517</cdr:x>
      <cdr:y>0.37039</cdr:y>
    </cdr:from>
    <cdr:to>
      <cdr:x>0.75921</cdr:x>
      <cdr:y>0.60555</cdr:y>
    </cdr:to>
    <cdr:sp macro="" textlink="">
      <cdr:nvSpPr>
        <cdr:cNvPr id="3" name="Tekstvak 1"/>
        <cdr:cNvSpPr txBox="1"/>
      </cdr:nvSpPr>
      <cdr:spPr>
        <a:xfrm xmlns:a="http://schemas.openxmlformats.org/drawingml/2006/main">
          <a:off x="2857786" y="1440236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nl-NL" sz="1100" b="1" dirty="0" smtClean="0"/>
            <a:t>30% Socialist</a:t>
          </a:r>
          <a:endParaRPr lang="nl-NL" sz="1100" b="1" dirty="0"/>
        </a:p>
      </cdr:txBody>
    </cdr:sp>
  </cdr:relSizeAnchor>
  <cdr:relSizeAnchor xmlns:cdr="http://schemas.openxmlformats.org/drawingml/2006/chartDrawing">
    <cdr:from>
      <cdr:x>0.26832</cdr:x>
      <cdr:y>0.20558</cdr:y>
    </cdr:from>
    <cdr:to>
      <cdr:x>0.45235</cdr:x>
      <cdr:y>0.44074</cdr:y>
    </cdr:to>
    <cdr:sp macro="" textlink="">
      <cdr:nvSpPr>
        <cdr:cNvPr id="4" name="Tekstvak 1"/>
        <cdr:cNvSpPr txBox="1"/>
      </cdr:nvSpPr>
      <cdr:spPr>
        <a:xfrm xmlns:a="http://schemas.openxmlformats.org/drawingml/2006/main">
          <a:off x="1333141" y="799389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nl-NL" sz="1100" b="1" dirty="0" smtClean="0"/>
            <a:t>15% </a:t>
          </a:r>
          <a:r>
            <a:rPr lang="nl-NL" sz="1100" b="1" dirty="0" err="1" smtClean="0"/>
            <a:t>Adventurist</a:t>
          </a:r>
          <a:endParaRPr lang="nl-NL" sz="1100" b="1" dirty="0"/>
        </a:p>
      </cdr:txBody>
    </cdr:sp>
  </cdr:relSizeAnchor>
  <cdr:relSizeAnchor xmlns:cdr="http://schemas.openxmlformats.org/drawingml/2006/chartDrawing">
    <cdr:from>
      <cdr:x>0.50573</cdr:x>
      <cdr:y>0.11474</cdr:y>
    </cdr:from>
    <cdr:to>
      <cdr:x>0.68977</cdr:x>
      <cdr:y>0.3499</cdr:y>
    </cdr:to>
    <cdr:sp macro="" textlink="">
      <cdr:nvSpPr>
        <cdr:cNvPr id="5" name="Tekstvak 1"/>
        <cdr:cNvSpPr txBox="1"/>
      </cdr:nvSpPr>
      <cdr:spPr>
        <a:xfrm xmlns:a="http://schemas.openxmlformats.org/drawingml/2006/main">
          <a:off x="2512737" y="446166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nl-NL" sz="1100" b="1" dirty="0" smtClean="0"/>
            <a:t>5% Absurdist</a:t>
          </a:r>
          <a:endParaRPr lang="nl-NL" sz="1100" b="1" dirty="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smtClean="0"/>
              <a:t>Klik om de ondertitelstijl van het model te bewerken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4EDB-7238-4F92-B352-D0C03FBC7C45}" type="datetimeFigureOut">
              <a:rPr lang="nl-NL" smtClean="0"/>
              <a:t>12-5-2014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E9E33-8C84-4470-A569-1BB2AFD519A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08658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4EDB-7238-4F92-B352-D0C03FBC7C45}" type="datetimeFigureOut">
              <a:rPr lang="nl-NL" smtClean="0"/>
              <a:t>12-5-2014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E9E33-8C84-4470-A569-1BB2AFD519A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30073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4EDB-7238-4F92-B352-D0C03FBC7C45}" type="datetimeFigureOut">
              <a:rPr lang="nl-NL" smtClean="0"/>
              <a:t>12-5-2014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E9E33-8C84-4470-A569-1BB2AFD519A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037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4EDB-7238-4F92-B352-D0C03FBC7C45}" type="datetimeFigureOut">
              <a:rPr lang="nl-NL" smtClean="0"/>
              <a:t>12-5-2014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E9E33-8C84-4470-A569-1BB2AFD519A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9795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4EDB-7238-4F92-B352-D0C03FBC7C45}" type="datetimeFigureOut">
              <a:rPr lang="nl-NL" smtClean="0"/>
              <a:t>12-5-2014</a:t>
            </a:fld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E9E33-8C84-4470-A569-1BB2AFD519A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09562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4EDB-7238-4F92-B352-D0C03FBC7C45}" type="datetimeFigureOut">
              <a:rPr lang="nl-NL" smtClean="0"/>
              <a:t>12-5-2014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E9E33-8C84-4470-A569-1BB2AFD519A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58143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4EDB-7238-4F92-B352-D0C03FBC7C45}" type="datetimeFigureOut">
              <a:rPr lang="nl-NL" smtClean="0"/>
              <a:t>12-5-2014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E9E33-8C84-4470-A569-1BB2AFD519A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97968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4EDB-7238-4F92-B352-D0C03FBC7C45}" type="datetimeFigureOut">
              <a:rPr lang="nl-NL" smtClean="0"/>
              <a:t>12-5-2014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E9E33-8C84-4470-A569-1BB2AFD519A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8939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4EDB-7238-4F92-B352-D0C03FBC7C45}" type="datetimeFigureOut">
              <a:rPr lang="nl-NL" smtClean="0"/>
              <a:t>12-5-2014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E9E33-8C84-4470-A569-1BB2AFD519A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2583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4EDB-7238-4F92-B352-D0C03FBC7C45}" type="datetimeFigureOut">
              <a:rPr lang="nl-NL" smtClean="0"/>
              <a:t>12-5-2014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E9E33-8C84-4470-A569-1BB2AFD519A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65090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4EDB-7238-4F92-B352-D0C03FBC7C45}" type="datetimeFigureOut">
              <a:rPr lang="nl-NL" smtClean="0"/>
              <a:t>12-5-2014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E9E33-8C84-4470-A569-1BB2AFD519A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4391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A4EDB-7238-4F92-B352-D0C03FBC7C45}" type="datetimeFigureOut">
              <a:rPr lang="nl-NL" smtClean="0"/>
              <a:t>12-5-2014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E9E33-8C84-4470-A569-1BB2AFD519A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90215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image" Target="../media/image10.jpeg"/><Relationship Id="rId18" Type="http://schemas.openxmlformats.org/officeDocument/2006/relationships/image" Target="../media/image15.jpeg"/><Relationship Id="rId3" Type="http://schemas.openxmlformats.org/officeDocument/2006/relationships/chart" Target="../charts/chart2.xml"/><Relationship Id="rId21" Type="http://schemas.openxmlformats.org/officeDocument/2006/relationships/image" Target="../media/image18.png"/><Relationship Id="rId7" Type="http://schemas.openxmlformats.org/officeDocument/2006/relationships/image" Target="../media/image4.jpeg"/><Relationship Id="rId12" Type="http://schemas.openxmlformats.org/officeDocument/2006/relationships/image" Target="../media/image9.jpeg"/><Relationship Id="rId17" Type="http://schemas.openxmlformats.org/officeDocument/2006/relationships/image" Target="../media/image14.jpeg"/><Relationship Id="rId2" Type="http://schemas.openxmlformats.org/officeDocument/2006/relationships/chart" Target="../charts/chart1.xml"/><Relationship Id="rId16" Type="http://schemas.openxmlformats.org/officeDocument/2006/relationships/image" Target="../media/image13.png"/><Relationship Id="rId20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11" Type="http://schemas.openxmlformats.org/officeDocument/2006/relationships/image" Target="../media/image8.jpeg"/><Relationship Id="rId5" Type="http://schemas.openxmlformats.org/officeDocument/2006/relationships/image" Target="../media/image2.jpeg"/><Relationship Id="rId15" Type="http://schemas.openxmlformats.org/officeDocument/2006/relationships/image" Target="../media/image12.png"/><Relationship Id="rId23" Type="http://schemas.openxmlformats.org/officeDocument/2006/relationships/image" Target="../media/image20.jpeg"/><Relationship Id="rId10" Type="http://schemas.openxmlformats.org/officeDocument/2006/relationships/image" Target="../media/image7.jpeg"/><Relationship Id="rId19" Type="http://schemas.openxmlformats.org/officeDocument/2006/relationships/image" Target="../media/image16.jpeg"/><Relationship Id="rId4" Type="http://schemas.openxmlformats.org/officeDocument/2006/relationships/image" Target="../media/image1.png"/><Relationship Id="rId9" Type="http://schemas.openxmlformats.org/officeDocument/2006/relationships/image" Target="../media/image6.jpeg"/><Relationship Id="rId14" Type="http://schemas.openxmlformats.org/officeDocument/2006/relationships/image" Target="../media/image11.jpeg"/><Relationship Id="rId22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afiek 3"/>
          <p:cNvGraphicFramePr/>
          <p:nvPr>
            <p:extLst>
              <p:ext uri="{D42A27DB-BD31-4B8C-83A1-F6EECF244321}">
                <p14:modId xmlns:p14="http://schemas.microsoft.com/office/powerpoint/2010/main" val="507443373"/>
              </p:ext>
            </p:extLst>
          </p:nvPr>
        </p:nvGraphicFramePr>
        <p:xfrm>
          <a:off x="-4429000" y="-3483768"/>
          <a:ext cx="18578064" cy="13897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7" name="Grafiek 26"/>
          <p:cNvGraphicFramePr/>
          <p:nvPr>
            <p:extLst>
              <p:ext uri="{D42A27DB-BD31-4B8C-83A1-F6EECF244321}">
                <p14:modId xmlns:p14="http://schemas.microsoft.com/office/powerpoint/2010/main" val="3961604450"/>
              </p:ext>
            </p:extLst>
          </p:nvPr>
        </p:nvGraphicFramePr>
        <p:xfrm>
          <a:off x="2375756" y="1537742"/>
          <a:ext cx="4968552" cy="3888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9" name="Picture 2" descr="C:\Users\Sebastiaan\Desktop\New folder\MRI2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829" y="5973445"/>
            <a:ext cx="688427" cy="691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3" descr="C:\Users\Sebastiaan\Desktop\New folder\brainface2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7171" y="5973445"/>
            <a:ext cx="557537" cy="691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C:\Users\Sebastiaan\Desktop\New folder\580010_514641291894865_258717348_n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020449" y="42662"/>
            <a:ext cx="680455" cy="1515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5" descr="C:\Users\Sebastiaan\Desktop\New folder\1458640_758247110856520_428528671_n.jp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731000" y="2357636"/>
            <a:ext cx="2296850" cy="215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8" descr="C:\Users\Sebastiaan\Desktop\New folder\1902773_458864637546422_971273849_n.jp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059833" y="42661"/>
            <a:ext cx="858380" cy="1863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0" descr="C:\Users\Sebastiaan\Desktop\New folder\DSC03042.JP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41966" y="42662"/>
            <a:ext cx="704013" cy="132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1" descr="C:\Users\Sebastiaan\Desktop\New folder\270831_488935774454323_394748232_n.jpg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5400000">
            <a:off x="5001132" y="-21995"/>
            <a:ext cx="651152" cy="780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2" descr="C:\Users\Sebastiaan\Desktop\New folder\387929_146167042149518_5695692_n.jp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6475" y="734503"/>
            <a:ext cx="594134" cy="445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3" descr="C:\Users\Sebastiaan\Desktop\New folder\2013-07-19 17.50.57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830" y="42662"/>
            <a:ext cx="2845020" cy="2133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16" descr="C:\Users\Sebastiaan\SkyDrive\Sebastiaan\9GAG\6058367_700b.jpg"/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195736" y="5442076"/>
            <a:ext cx="1245890" cy="1227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17" descr="C:\Users\Sebastiaan\SkyDrive\Sebastiaan\9GAG\7773544158_1715a19b11_o.jp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7170" y="5118345"/>
            <a:ext cx="1319085" cy="785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6"/>
          <p:cNvPicPr>
            <a:picLocks noChangeAspect="1" noChangeArrowheads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6730" y="1168496"/>
            <a:ext cx="1363256" cy="1703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18" descr="C:\Users\Sebastiaan\SkyDrive\Temp\Presentation1\Slide1.PNG"/>
          <p:cNvPicPr>
            <a:picLocks noChangeAspect="1" noChangeArrowheads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76"/>
          <a:stretch/>
        </p:blipFill>
        <p:spPr bwMode="auto">
          <a:xfrm>
            <a:off x="111158" y="2950713"/>
            <a:ext cx="2885599" cy="1798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kstvak 44"/>
          <p:cNvSpPr txBox="1"/>
          <p:nvPr/>
        </p:nvSpPr>
        <p:spPr>
          <a:xfrm>
            <a:off x="35496" y="836712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BIG</a:t>
            </a:r>
            <a:endParaRPr lang="nl-NL" dirty="0"/>
          </a:p>
        </p:txBody>
      </p:sp>
      <p:sp>
        <p:nvSpPr>
          <p:cNvPr id="47" name="Tekstvak 46"/>
          <p:cNvSpPr txBox="1"/>
          <p:nvPr/>
        </p:nvSpPr>
        <p:spPr>
          <a:xfrm>
            <a:off x="2252771" y="2585151"/>
            <a:ext cx="743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FAMI</a:t>
            </a:r>
            <a:r>
              <a:rPr lang="nl-NL" baseline="30000" dirty="0" smtClean="0"/>
              <a:t>2</a:t>
            </a:r>
            <a:endParaRPr lang="nl-NL" baseline="30000" dirty="0"/>
          </a:p>
        </p:txBody>
      </p:sp>
      <p:pic>
        <p:nvPicPr>
          <p:cNvPr id="50" name="Picture 20" descr="http://kehsteachingschool.net/wp-content/uploads/2012/12/maths.jp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5981409"/>
            <a:ext cx="967599" cy="691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4" descr="http://www.thestandard.com.hk/images/potshot/20130626/POT.jpg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349" y="6175547"/>
            <a:ext cx="762057" cy="493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6" descr="http://www.curiositiesbydickens.com/wp-content/uploads/Reverse-Psychology-Salt-and-Pepper-Shakers.jpg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349" y="5439002"/>
            <a:ext cx="762057" cy="69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28" descr="http://pcdn.disabilityscoop.com/wp-content/uploads/ds091109-healthcare.jpg"/>
          <p:cNvPicPr>
            <a:picLocks noChangeAspect="1" noChangeArrowheads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1158" y="5655940"/>
            <a:ext cx="1667523" cy="1008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30" descr="http://upload.wikimedia.org/wikipedia/commons/7/7f/CPAP.png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58" y="4980526"/>
            <a:ext cx="760938" cy="642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32" descr="http://images.businessweek.com/ss/09/09/0921_aging_in_place/image/009_philips_motiva.jpg"/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3632" y="4980526"/>
            <a:ext cx="865049" cy="642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upload.wikimedia.org/wikipedia/commons/b/b5/Rubin2.jpg"/>
          <p:cNvPicPr>
            <a:picLocks noChangeAspect="1" noChangeArrowheads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283968" y="5436893"/>
            <a:ext cx="808806" cy="123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5131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14</Words>
  <Application>Microsoft Office PowerPoint</Application>
  <PresentationFormat>Diavoorstelling (4:3)</PresentationFormat>
  <Paragraphs>6</Paragraphs>
  <Slides>1</Slides>
  <Notes>0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2" baseType="lpstr">
      <vt:lpstr>Kantoorthema</vt:lpstr>
      <vt:lpstr>PowerPoint-presentatie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Sebastiaan</dc:creator>
  <cp:lastModifiedBy>Sebastiaan</cp:lastModifiedBy>
  <cp:revision>10</cp:revision>
  <dcterms:created xsi:type="dcterms:W3CDTF">2014-05-12T18:57:36Z</dcterms:created>
  <dcterms:modified xsi:type="dcterms:W3CDTF">2014-05-12T20:21:02Z</dcterms:modified>
</cp:coreProperties>
</file>